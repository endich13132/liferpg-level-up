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6" d="100"/>
          <a:sy n="206" d="100"/>
        </p:scale>
        <p:origin x="504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106.109.100.27\projects\2014\Samsung\BTL_Promotion\8.IT_School\Presentation\IT-School_vers1-1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8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0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6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02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399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399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05979"/>
            <a:ext cx="6553200" cy="6131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8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2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3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8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49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\106.109.100.27\projects\2014\Samsung\BTL_Promotion\8.IT_School\Presentation\IT-School_vers1-2.jpg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8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0" y="205979"/>
            <a:ext cx="6400800" cy="6893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52550"/>
            <a:ext cx="8229600" cy="3242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2AA98-211F-40C2-AA9D-58BCE4328BC3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5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597819"/>
            <a:ext cx="7467600" cy="1102519"/>
          </a:xfrm>
        </p:spPr>
        <p:txBody>
          <a:bodyPr/>
          <a:lstStyle/>
          <a:p>
            <a:pPr algn="l"/>
            <a:r>
              <a:rPr lang="ru-RU" dirty="0"/>
              <a:t>Индивидуальный проект </a:t>
            </a:r>
            <a:br>
              <a:rPr lang="ru-RU" dirty="0"/>
            </a:br>
            <a:r>
              <a:rPr lang="en-US" dirty="0" err="1">
                <a:solidFill>
                  <a:srgbClr val="FFFF00"/>
                </a:solidFill>
              </a:rPr>
              <a:t>LifeRPG</a:t>
            </a:r>
            <a:r>
              <a:rPr lang="en-US" dirty="0">
                <a:solidFill>
                  <a:srgbClr val="FFFF00"/>
                </a:solidFill>
              </a:rPr>
              <a:t>: Level Up</a:t>
            </a:r>
          </a:p>
        </p:txBody>
      </p:sp>
      <p:sp>
        <p:nvSpPr>
          <p:cNvPr id="5" name="Subtitle 4"/>
          <p:cNvSpPr txBox="1">
            <a:spLocks noGrp="1"/>
          </p:cNvSpPr>
          <p:nvPr>
            <p:ph type="subTitle" idx="1"/>
          </p:nvPr>
        </p:nvSpPr>
        <p:spPr>
          <a:xfrm>
            <a:off x="990600" y="3028950"/>
            <a:ext cx="1828800" cy="152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chemeClr val="bg1"/>
                </a:solidFill>
              </a:rPr>
              <a:t>Город:</a:t>
            </a:r>
          </a:p>
          <a:p>
            <a:pPr algn="r"/>
            <a:r>
              <a:rPr lang="ru-RU" sz="1600" dirty="0"/>
              <a:t>Площадка:</a:t>
            </a:r>
            <a:endParaRPr lang="ru-RU" sz="1600" dirty="0">
              <a:solidFill>
                <a:schemeClr val="bg1"/>
              </a:solidFill>
            </a:endParaRPr>
          </a:p>
          <a:p>
            <a:pPr algn="r"/>
            <a:r>
              <a:rPr lang="ru-RU" sz="1600" dirty="0">
                <a:solidFill>
                  <a:schemeClr val="bg1"/>
                </a:solidFill>
              </a:rPr>
              <a:t>Учащийся:</a:t>
            </a:r>
          </a:p>
          <a:p>
            <a:pPr algn="r"/>
            <a:r>
              <a:rPr lang="ru-RU" sz="1600" dirty="0"/>
              <a:t>Преподаватель:</a:t>
            </a:r>
            <a:endParaRPr lang="ru-RU" sz="1600" dirty="0">
              <a:solidFill>
                <a:schemeClr val="bg1"/>
              </a:solidFill>
            </a:endParaRPr>
          </a:p>
          <a:p>
            <a:pPr algn="r"/>
            <a:r>
              <a:rPr lang="ru-RU" sz="1600" dirty="0">
                <a:solidFill>
                  <a:schemeClr val="bg1"/>
                </a:solidFill>
              </a:rPr>
              <a:t>Дата: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2883879" y="3028950"/>
            <a:ext cx="3429000" cy="15204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Новосибирск</a:t>
            </a:r>
          </a:p>
          <a:p>
            <a:pPr lvl="0">
              <a:spcBef>
                <a:spcPct val="20000"/>
              </a:spcBef>
              <a:defRPr/>
            </a:pPr>
            <a:r>
              <a:rPr lang="ru-RU" sz="1600" dirty="0">
                <a:solidFill>
                  <a:schemeClr val="bg1"/>
                </a:solidFill>
              </a:rPr>
              <a:t>МАОУ ИЛ НГТУ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baseline="0" dirty="0">
                <a:solidFill>
                  <a:schemeClr val="bg1"/>
                </a:solidFill>
              </a:rPr>
              <a:t>Ларичев Андрей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Муль Павел Фридрихович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bg1"/>
                </a:solidFill>
              </a:rPr>
              <a:t>26 мая 2026 года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6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16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242F-E52A-B7BC-CAF9-EE4389A4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509D149-534C-C5D4-0B89-4736D0CF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05979"/>
            <a:ext cx="6400800" cy="6893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>
                <a:latin typeface="+mj-lt"/>
                <a:ea typeface="+mj-ea"/>
                <a:cs typeface="+mj-cs"/>
              </a:rPr>
              <a:t>О приложении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675B9-18D6-274F-3E7A-F46001B5D554}"/>
              </a:ext>
            </a:extLst>
          </p:cNvPr>
          <p:cNvSpPr txBox="1"/>
          <p:nvPr/>
        </p:nvSpPr>
        <p:spPr>
          <a:xfrm>
            <a:off x="457200" y="1473994"/>
            <a:ext cx="4038600" cy="2545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500"/>
              <a:t>LifeRPG: Level Up — это инновационное мобильное приложение для Android, которое превращает процесс саморазвития в увлекательную ролевую игру. Основная идея проекта — геймификация реальности. Вместо скучных списков дел пользователь видит перед собой «Доску квестов», а вместо абстрактных целей — «Дерево навыков».</a:t>
            </a:r>
          </a:p>
        </p:txBody>
      </p:sp>
      <p:pic>
        <p:nvPicPr>
          <p:cNvPr id="9" name="Рисунок 8" descr="Скриншоты дерева навыков и управления Crimson Desert (корейский) :  r/CrimsonDesert">
            <a:extLst>
              <a:ext uri="{FF2B5EF4-FFF2-40B4-BE49-F238E27FC236}">
                <a16:creationId xmlns:a16="http://schemas.microsoft.com/office/drawing/2014/main" id="{AA6B32FE-4F32-E55B-7FF2-10C2333AE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749" y="1473994"/>
            <a:ext cx="3897502" cy="25455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696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EF03-2188-F54E-5686-3F4AC6D3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6C73058-408D-A870-A3D8-92A71ABFD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05979"/>
            <a:ext cx="6400800" cy="689371"/>
          </a:xfrm>
        </p:spPr>
        <p:txBody>
          <a:bodyPr/>
          <a:lstStyle/>
          <a:p>
            <a:r>
              <a:rPr lang="ru-RU" dirty="0"/>
              <a:t>Технология и метод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02A475-8A4B-E84D-6D04-1A912F7A7FF8}"/>
              </a:ext>
            </a:extLst>
          </p:cNvPr>
          <p:cNvSpPr txBox="1"/>
          <p:nvPr/>
        </p:nvSpPr>
        <p:spPr>
          <a:xfrm>
            <a:off x="457200" y="1473994"/>
            <a:ext cx="4038600" cy="25455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хранения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 </a:t>
            </a:r>
            <a:r>
              <a:rPr lang="en-US" sz="2000" dirty="0" err="1"/>
              <a:t>используется</a:t>
            </a:r>
            <a:r>
              <a:rPr lang="en-US" sz="2000" dirty="0"/>
              <a:t> </a:t>
            </a:r>
            <a:r>
              <a:rPr lang="en-US" sz="2000" dirty="0" err="1"/>
              <a:t>библиотека</a:t>
            </a:r>
            <a:r>
              <a:rPr lang="en-US" sz="2000" dirty="0"/>
              <a:t> Room (</a:t>
            </a:r>
            <a:r>
              <a:rPr lang="en-US" sz="2000" dirty="0" err="1"/>
              <a:t>надстройка</a:t>
            </a:r>
            <a:r>
              <a:rPr lang="en-US" sz="2000" dirty="0"/>
              <a:t> </a:t>
            </a:r>
            <a:r>
              <a:rPr lang="en-US" sz="2000" dirty="0" err="1"/>
              <a:t>над</a:t>
            </a:r>
            <a:r>
              <a:rPr lang="en-US" sz="2000" dirty="0"/>
              <a:t> SQLite).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/>
              <a:t>Почему</a:t>
            </a:r>
            <a:r>
              <a:rPr lang="en-US" sz="2000" dirty="0"/>
              <a:t> </a:t>
            </a:r>
            <a:r>
              <a:rPr lang="en-US" sz="2000" dirty="0" err="1"/>
              <a:t>это</a:t>
            </a:r>
            <a:r>
              <a:rPr lang="en-US" sz="2000" dirty="0"/>
              <a:t> </a:t>
            </a:r>
            <a:r>
              <a:rPr lang="en-US" sz="2000" dirty="0" err="1"/>
              <a:t>круто</a:t>
            </a:r>
            <a:r>
              <a:rPr lang="en-US" sz="2000" dirty="0"/>
              <a:t>: </a:t>
            </a:r>
            <a:r>
              <a:rPr lang="en-US" sz="2000" dirty="0" err="1"/>
              <a:t>Все</a:t>
            </a:r>
            <a:r>
              <a:rPr lang="en-US" sz="2000" dirty="0"/>
              <a:t> </a:t>
            </a:r>
            <a:r>
              <a:rPr lang="en-US" sz="2000" dirty="0" err="1"/>
              <a:t>данные</a:t>
            </a:r>
            <a:r>
              <a:rPr lang="en-US" sz="2000" dirty="0"/>
              <a:t> </a:t>
            </a:r>
            <a:r>
              <a:rPr lang="en-US" sz="2000" dirty="0" err="1"/>
              <a:t>хранятся</a:t>
            </a:r>
            <a:r>
              <a:rPr lang="en-US" sz="2000" dirty="0"/>
              <a:t> </a:t>
            </a:r>
            <a:r>
              <a:rPr lang="en-US" sz="2000" dirty="0" err="1"/>
              <a:t>локально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телефоне</a:t>
            </a:r>
            <a:r>
              <a:rPr lang="en-US" sz="2000" dirty="0"/>
              <a:t>, </a:t>
            </a:r>
            <a:r>
              <a:rPr lang="en-US" sz="2000" dirty="0" err="1"/>
              <a:t>приложение</a:t>
            </a:r>
            <a:r>
              <a:rPr lang="en-US" sz="2000" dirty="0"/>
              <a:t> </a:t>
            </a:r>
            <a:r>
              <a:rPr lang="en-US" sz="2000" dirty="0" err="1"/>
              <a:t>работает</a:t>
            </a:r>
            <a:r>
              <a:rPr lang="en-US" sz="2000" dirty="0"/>
              <a:t> </a:t>
            </a:r>
            <a:r>
              <a:rPr lang="en-US" sz="2000" dirty="0" err="1"/>
              <a:t>без</a:t>
            </a:r>
            <a:r>
              <a:rPr lang="en-US" sz="2000" dirty="0"/>
              <a:t> </a:t>
            </a:r>
            <a:r>
              <a:rPr lang="en-US" sz="2000" dirty="0" err="1"/>
              <a:t>интернета</a:t>
            </a:r>
            <a:r>
              <a:rPr lang="en-US" sz="2000" dirty="0"/>
              <a:t>. </a:t>
            </a:r>
            <a:r>
              <a:rPr lang="en-US" sz="2000" dirty="0" err="1"/>
              <a:t>Реализована</a:t>
            </a:r>
            <a:r>
              <a:rPr lang="en-US" sz="2000" dirty="0"/>
              <a:t> </a:t>
            </a:r>
            <a:r>
              <a:rPr lang="en-US" sz="2000" dirty="0" err="1"/>
              <a:t>система</a:t>
            </a:r>
            <a:r>
              <a:rPr lang="en-US" sz="2000" dirty="0"/>
              <a:t> </a:t>
            </a:r>
            <a:r>
              <a:rPr lang="en-US" sz="2000" dirty="0" err="1"/>
              <a:t>миграций</a:t>
            </a:r>
            <a:r>
              <a:rPr lang="en-US" sz="2000" dirty="0"/>
              <a:t> и </a:t>
            </a:r>
            <a:r>
              <a:rPr lang="en-US" sz="2000" dirty="0" err="1"/>
              <a:t>пакетного</a:t>
            </a:r>
            <a:r>
              <a:rPr lang="en-US" sz="2000" dirty="0"/>
              <a:t> </a:t>
            </a:r>
            <a:r>
              <a:rPr lang="en-US" sz="2000" dirty="0" err="1"/>
              <a:t>обновления</a:t>
            </a:r>
            <a:r>
              <a:rPr lang="en-US" sz="2000" dirty="0"/>
              <a:t> </a:t>
            </a:r>
            <a:r>
              <a:rPr lang="en-US" sz="2000" dirty="0" err="1"/>
              <a:t>данных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высокой</a:t>
            </a:r>
            <a:r>
              <a:rPr lang="en-US" sz="2000" dirty="0"/>
              <a:t> </a:t>
            </a:r>
            <a:r>
              <a:rPr lang="en-US" sz="2000" dirty="0" err="1"/>
              <a:t>производительности</a:t>
            </a:r>
            <a:r>
              <a:rPr lang="en-US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45EB3-8FBE-48EA-1640-1290691AE137}"/>
              </a:ext>
            </a:extLst>
          </p:cNvPr>
          <p:cNvSpPr txBox="1"/>
          <p:nvPr/>
        </p:nvSpPr>
        <p:spPr>
          <a:xfrm>
            <a:off x="4648200" y="1473994"/>
            <a:ext cx="4038600" cy="25455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/>
              <a:t>Использован</a:t>
            </a:r>
            <a:r>
              <a:rPr lang="en-US" sz="2000" dirty="0"/>
              <a:t> </a:t>
            </a:r>
            <a:r>
              <a:rPr lang="en-US" sz="2000" dirty="0" err="1"/>
              <a:t>паттерн</a:t>
            </a:r>
            <a:r>
              <a:rPr lang="en-US" sz="2000" dirty="0"/>
              <a:t> Model-View-</a:t>
            </a:r>
            <a:r>
              <a:rPr lang="en-US" sz="2000" dirty="0" err="1"/>
              <a:t>ViewModel</a:t>
            </a:r>
            <a:r>
              <a:rPr lang="en-US" sz="2000" dirty="0"/>
              <a:t>. </a:t>
            </a:r>
            <a:r>
              <a:rPr lang="en-US" sz="2000" dirty="0" err="1"/>
              <a:t>Это</a:t>
            </a:r>
            <a:r>
              <a:rPr lang="en-US" sz="2000" dirty="0"/>
              <a:t> </a:t>
            </a:r>
            <a:r>
              <a:rPr lang="en-US" sz="2000" dirty="0" err="1"/>
              <a:t>позволило</a:t>
            </a:r>
            <a:r>
              <a:rPr lang="en-US" sz="2000" dirty="0"/>
              <a:t> </a:t>
            </a:r>
            <a:r>
              <a:rPr lang="en-US" sz="2000" dirty="0" err="1"/>
              <a:t>отделить</a:t>
            </a:r>
            <a:r>
              <a:rPr lang="en-US" sz="2000" dirty="0"/>
              <a:t> </a:t>
            </a:r>
            <a:r>
              <a:rPr lang="en-US" sz="2000" dirty="0" err="1"/>
              <a:t>бизнес-логику</a:t>
            </a:r>
            <a:r>
              <a:rPr lang="en-US" sz="2000" dirty="0"/>
              <a:t> </a:t>
            </a:r>
            <a:r>
              <a:rPr lang="en-US" sz="2000" dirty="0" err="1"/>
              <a:t>от</a:t>
            </a:r>
            <a:r>
              <a:rPr lang="en-US" sz="2000" dirty="0"/>
              <a:t> </a:t>
            </a:r>
            <a:r>
              <a:rPr lang="en-US" sz="2000" dirty="0" err="1"/>
              <a:t>интерфейса</a:t>
            </a:r>
            <a:r>
              <a:rPr lang="en-US" sz="2000" dirty="0"/>
              <a:t>. </a:t>
            </a:r>
            <a:r>
              <a:rPr lang="en-US" sz="2000" dirty="0" err="1"/>
              <a:t>Благодаря</a:t>
            </a:r>
            <a:r>
              <a:rPr lang="en-US" sz="2000" dirty="0"/>
              <a:t> </a:t>
            </a:r>
            <a:r>
              <a:rPr lang="en-US" sz="2000" dirty="0" err="1"/>
              <a:t>этому</a:t>
            </a:r>
            <a:r>
              <a:rPr lang="en-US" sz="2000" dirty="0"/>
              <a:t> </a:t>
            </a:r>
            <a:r>
              <a:rPr lang="en-US" sz="2000" dirty="0" err="1"/>
              <a:t>данные</a:t>
            </a:r>
            <a:r>
              <a:rPr lang="en-US" sz="2000" dirty="0"/>
              <a:t> (</a:t>
            </a:r>
            <a:r>
              <a:rPr lang="en-US" sz="2000" dirty="0" err="1"/>
              <a:t>например</a:t>
            </a:r>
            <a:r>
              <a:rPr lang="en-US" sz="2000" dirty="0"/>
              <a:t>, </a:t>
            </a:r>
            <a:r>
              <a:rPr lang="en-US" sz="2000" dirty="0" err="1"/>
              <a:t>количество</a:t>
            </a:r>
            <a:r>
              <a:rPr lang="en-US" sz="2000" dirty="0"/>
              <a:t> </a:t>
            </a:r>
            <a:r>
              <a:rPr lang="en-US" sz="2000" dirty="0" err="1"/>
              <a:t>золота</a:t>
            </a:r>
            <a:r>
              <a:rPr lang="en-US" sz="2000" dirty="0"/>
              <a:t> </a:t>
            </a:r>
            <a:r>
              <a:rPr lang="en-US" sz="2000" dirty="0" err="1"/>
              <a:t>или</a:t>
            </a:r>
            <a:r>
              <a:rPr lang="en-US" sz="2000" dirty="0"/>
              <a:t> </a:t>
            </a:r>
            <a:r>
              <a:rPr lang="en-US" sz="2000" dirty="0" err="1"/>
              <a:t>список</a:t>
            </a:r>
            <a:r>
              <a:rPr lang="en-US" sz="2000" dirty="0"/>
              <a:t> </a:t>
            </a:r>
            <a:r>
              <a:rPr lang="en-US" sz="2000" dirty="0" err="1"/>
              <a:t>навыков</a:t>
            </a:r>
            <a:r>
              <a:rPr lang="en-US" sz="2000" dirty="0"/>
              <a:t>) </a:t>
            </a:r>
            <a:r>
              <a:rPr lang="en-US" sz="2000" dirty="0" err="1"/>
              <a:t>обновляются</a:t>
            </a:r>
            <a:r>
              <a:rPr lang="en-US" sz="2000" dirty="0"/>
              <a:t> в </a:t>
            </a:r>
            <a:r>
              <a:rPr lang="en-US" sz="2000" dirty="0" err="1"/>
              <a:t>интерфейсе</a:t>
            </a:r>
            <a:r>
              <a:rPr lang="en-US" sz="2000" dirty="0"/>
              <a:t> </a:t>
            </a:r>
            <a:r>
              <a:rPr lang="en-US" sz="2000" dirty="0" err="1"/>
              <a:t>автоматически</a:t>
            </a:r>
            <a:r>
              <a:rPr lang="en-US" sz="2000" dirty="0"/>
              <a:t> и </a:t>
            </a:r>
            <a:r>
              <a:rPr lang="en-US" sz="2000" dirty="0" err="1"/>
              <a:t>мгновенно</a:t>
            </a:r>
            <a:r>
              <a:rPr lang="en-US" sz="2000" dirty="0"/>
              <a:t> (</a:t>
            </a:r>
            <a:r>
              <a:rPr lang="en-US" sz="2000" dirty="0" err="1"/>
              <a:t>через</a:t>
            </a:r>
            <a:r>
              <a:rPr lang="en-US" sz="2000" dirty="0"/>
              <a:t> </a:t>
            </a:r>
            <a:r>
              <a:rPr lang="en-US" sz="2000" dirty="0" err="1"/>
              <a:t>LiveData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2637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5869-910A-2AE4-ADB5-63885AAB0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3686E9-C7BE-3304-F8EC-586F8E73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05979"/>
            <a:ext cx="6400800" cy="689371"/>
          </a:xfrm>
        </p:spPr>
        <p:txBody>
          <a:bodyPr/>
          <a:lstStyle/>
          <a:p>
            <a:r>
              <a:rPr lang="ru-RU" dirty="0"/>
              <a:t>Обзор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54772A-DEB6-2DDF-C0E6-2B59A4B9B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23950"/>
            <a:ext cx="1736654" cy="38671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64892-EF2E-BA3D-B21B-F23EED73C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129655"/>
            <a:ext cx="1833944" cy="38671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365059-DD7F-3DE6-BE79-8D42EF40E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249" y="1123951"/>
            <a:ext cx="1833944" cy="386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1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156</Words>
  <Application>Microsoft Office PowerPoint</Application>
  <PresentationFormat>Экран (16:9)</PresentationFormat>
  <Paragraphs>19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Индивидуальный проект  LifeRPG: Level Up</vt:lpstr>
      <vt:lpstr>Презентация PowerPoint</vt:lpstr>
      <vt:lpstr>О приложении</vt:lpstr>
      <vt:lpstr>Технология и метод</vt:lpstr>
      <vt:lpstr>Обзор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Yulia Bortsova</dc:creator>
  <cp:lastModifiedBy>Pakapol Premprasopchok</cp:lastModifiedBy>
  <cp:revision>9</cp:revision>
  <dcterms:created xsi:type="dcterms:W3CDTF">2014-12-09T14:15:18Z</dcterms:created>
  <dcterms:modified xsi:type="dcterms:W3CDTF">2026-05-26T06:28:43Z</dcterms:modified>
</cp:coreProperties>
</file>